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A41E16D-E6A6-407C-8BE1-F82CA0C2E4AD}" type="datetimeFigureOut">
              <a:rPr lang="pt-BR" smtClean="0"/>
              <a:t>20/06/2022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329051B4-075F-4517-B1FD-35881EF8D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570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E16D-E6A6-407C-8BE1-F82CA0C2E4AD}" type="datetimeFigureOut">
              <a:rPr lang="pt-BR" smtClean="0"/>
              <a:t>20/06/2022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051B4-075F-4517-B1FD-35881EF8D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8605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A41E16D-E6A6-407C-8BE1-F82CA0C2E4AD}" type="datetimeFigureOut">
              <a:rPr lang="pt-BR" smtClean="0"/>
              <a:t>20/06/2022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29051B4-075F-4517-B1FD-35881EF8D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020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E16D-E6A6-407C-8BE1-F82CA0C2E4AD}" type="datetimeFigureOut">
              <a:rPr lang="pt-BR" smtClean="0"/>
              <a:t>20/06/2022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051B4-075F-4517-B1FD-35881EF8D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597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E16D-E6A6-407C-8BE1-F82CA0C2E4AD}" type="datetimeFigureOut">
              <a:rPr lang="pt-BR" smtClean="0"/>
              <a:t>20/06/2022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051B4-075F-4517-B1FD-35881EF8D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1850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E16D-E6A6-407C-8BE1-F82CA0C2E4AD}" type="datetimeFigureOut">
              <a:rPr lang="pt-BR" smtClean="0"/>
              <a:t>20/06/2022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051B4-075F-4517-B1FD-35881EF8D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0547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E16D-E6A6-407C-8BE1-F82CA0C2E4AD}" type="datetimeFigureOut">
              <a:rPr lang="pt-BR" smtClean="0"/>
              <a:t>20/06/2022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051B4-075F-4517-B1FD-35881EF8D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8275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E16D-E6A6-407C-8BE1-F82CA0C2E4AD}" type="datetimeFigureOut">
              <a:rPr lang="pt-BR" smtClean="0"/>
              <a:t>20/06/2022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051B4-075F-4517-B1FD-35881EF8D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9948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E16D-E6A6-407C-8BE1-F82CA0C2E4AD}" type="datetimeFigureOut">
              <a:rPr lang="pt-BR" smtClean="0"/>
              <a:t>20/06/2022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051B4-075F-4517-B1FD-35881EF8D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130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E16D-E6A6-407C-8BE1-F82CA0C2E4AD}" type="datetimeFigureOut">
              <a:rPr lang="pt-BR" smtClean="0"/>
              <a:t>20/06/2022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051B4-075F-4517-B1FD-35881EF8D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9175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A41E16D-E6A6-407C-8BE1-F82CA0C2E4AD}" type="datetimeFigureOut">
              <a:rPr lang="pt-BR" smtClean="0"/>
              <a:t>20/06/2022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29051B4-075F-4517-B1FD-35881EF8D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06690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A41E16D-E6A6-407C-8BE1-F82CA0C2E4AD}" type="datetimeFigureOut">
              <a:rPr lang="pt-BR" smtClean="0"/>
              <a:t>20/06/2022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29051B4-075F-4517-B1FD-35881EF8D09D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8128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A41E16D-E6A6-407C-8BE1-F82CA0C2E4AD}" type="datetimeFigureOut">
              <a:rPr lang="pt-BR" smtClean="0"/>
              <a:t>20/06/2022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29051B4-075F-4517-B1FD-35881EF8D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15900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E16D-E6A6-407C-8BE1-F82CA0C2E4AD}" type="datetimeFigureOut">
              <a:rPr lang="pt-BR" smtClean="0"/>
              <a:t>20/06/2022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051B4-075F-4517-B1FD-35881EF8D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426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E16D-E6A6-407C-8BE1-F82CA0C2E4AD}" type="datetimeFigureOut">
              <a:rPr lang="pt-BR" smtClean="0"/>
              <a:t>20/06/2022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051B4-075F-4517-B1FD-35881EF8D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3855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E16D-E6A6-407C-8BE1-F82CA0C2E4AD}" type="datetimeFigureOut">
              <a:rPr lang="pt-BR" smtClean="0"/>
              <a:t>20/06/2022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051B4-075F-4517-B1FD-35881EF8D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5679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A41E16D-E6A6-407C-8BE1-F82CA0C2E4AD}" type="datetimeFigureOut">
              <a:rPr lang="pt-BR" smtClean="0"/>
              <a:t>20/06/2022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29051B4-075F-4517-B1FD-35881EF8D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4307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1E16D-E6A6-407C-8BE1-F82CA0C2E4AD}" type="datetimeFigureOut">
              <a:rPr lang="pt-BR" smtClean="0"/>
              <a:t>20/06/2022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051B4-075F-4517-B1FD-35881EF8D0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4170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8EEFD3-FEDF-E5CA-9570-3A4676E59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8500" y="665163"/>
            <a:ext cx="9144000" cy="1150937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Engenharia de Software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6B180E-18F9-A40D-FD35-36E6A486D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/>
          <a:lstStyle/>
          <a:p>
            <a:pPr algn="l"/>
            <a:r>
              <a:rPr lang="pt-BR" dirty="0"/>
              <a:t>. Diagrama de Classes</a:t>
            </a:r>
          </a:p>
          <a:p>
            <a:pPr algn="ctr"/>
            <a:r>
              <a:rPr lang="pt-BR" dirty="0"/>
              <a:t>. Diagrama de componentes</a:t>
            </a:r>
          </a:p>
          <a:p>
            <a:pPr algn="r"/>
            <a:r>
              <a:rPr lang="pt-BR" dirty="0"/>
              <a:t>. Relacionamento das Bibliotecas</a:t>
            </a:r>
          </a:p>
        </p:txBody>
      </p:sp>
    </p:spTree>
    <p:extLst>
      <p:ext uri="{BB962C8B-B14F-4D97-AF65-F5344CB8AC3E}">
        <p14:creationId xmlns:p14="http://schemas.microsoft.com/office/powerpoint/2010/main" val="3258784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67C32A8-0DE8-5EAC-8B14-79FB2F3B1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738973"/>
            <a:ext cx="8610600" cy="1293028"/>
          </a:xfrm>
        </p:spPr>
        <p:txBody>
          <a:bodyPr/>
          <a:lstStyle/>
          <a:p>
            <a:pPr algn="ctr"/>
            <a:r>
              <a:rPr lang="pt-BR" dirty="0"/>
              <a:t>Diagrama de classe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CE4DFC-1593-3D2F-30D8-C0D092090D55}"/>
              </a:ext>
            </a:extLst>
          </p:cNvPr>
          <p:cNvSpPr txBox="1"/>
          <p:nvPr/>
        </p:nvSpPr>
        <p:spPr>
          <a:xfrm>
            <a:off x="1498600" y="2362200"/>
            <a:ext cx="346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Funcionamento do Software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BC525AC-FB33-47A2-5125-B312BA3C2E1D}"/>
              </a:ext>
            </a:extLst>
          </p:cNvPr>
          <p:cNvSpPr txBox="1"/>
          <p:nvPr/>
        </p:nvSpPr>
        <p:spPr>
          <a:xfrm>
            <a:off x="5181600" y="3238500"/>
            <a:ext cx="3619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Uso da Classe </a:t>
            </a:r>
            <a:r>
              <a:rPr lang="pt-BR" dirty="0" err="1"/>
              <a:t>Utils</a:t>
            </a:r>
            <a:r>
              <a:rPr lang="pt-BR" dirty="0"/>
              <a:t> e seu relacionamento com a Classe Main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2ED8E51-8680-F39F-EFF3-DEC08FF2FB2B}"/>
              </a:ext>
            </a:extLst>
          </p:cNvPr>
          <p:cNvSpPr txBox="1"/>
          <p:nvPr/>
        </p:nvSpPr>
        <p:spPr>
          <a:xfrm>
            <a:off x="8686800" y="5194300"/>
            <a:ext cx="292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Relacionamentos com as Bibliotecas</a:t>
            </a:r>
          </a:p>
        </p:txBody>
      </p:sp>
    </p:spTree>
    <p:extLst>
      <p:ext uri="{BB962C8B-B14F-4D97-AF65-F5344CB8AC3E}">
        <p14:creationId xmlns:p14="http://schemas.microsoft.com/office/powerpoint/2010/main" val="3157812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EFED12D-801E-458E-CA56-CD42EBE02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400" y="933450"/>
            <a:ext cx="9549000" cy="579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79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8DF7C-2448-25A5-A6B0-3C3D25645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Diagrama de componentes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BF64F7A-395E-5870-65CB-A633F8696AAE}"/>
              </a:ext>
            </a:extLst>
          </p:cNvPr>
          <p:cNvSpPr txBox="1"/>
          <p:nvPr/>
        </p:nvSpPr>
        <p:spPr>
          <a:xfrm>
            <a:off x="927100" y="2501900"/>
            <a:ext cx="311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Sistema do </a:t>
            </a:r>
            <a:r>
              <a:rPr lang="pt-BR" dirty="0" err="1"/>
              <a:t>Usuario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233E295-F9F4-9773-35D0-72E2D4BEE53A}"/>
              </a:ext>
            </a:extLst>
          </p:cNvPr>
          <p:cNvSpPr txBox="1"/>
          <p:nvPr/>
        </p:nvSpPr>
        <p:spPr>
          <a:xfrm>
            <a:off x="4038600" y="3429000"/>
            <a:ext cx="367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Comportamento do componente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2FF269-BFD6-1CFF-2149-381C89DAE0E9}"/>
              </a:ext>
            </a:extLst>
          </p:cNvPr>
          <p:cNvSpPr txBox="1"/>
          <p:nvPr/>
        </p:nvSpPr>
        <p:spPr>
          <a:xfrm>
            <a:off x="7378700" y="4826000"/>
            <a:ext cx="391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Necessidade </a:t>
            </a:r>
            <a:r>
              <a:rPr lang="pt-BR" dirty="0" err="1"/>
              <a:t>Bi-direcional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269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6A5F0CC-582A-339D-5561-55B83F067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850900"/>
            <a:ext cx="8750300" cy="56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797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E2033-FCF7-8BE1-3E9E-A3236CCCF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700" y="726273"/>
            <a:ext cx="8610600" cy="1293028"/>
          </a:xfrm>
        </p:spPr>
        <p:txBody>
          <a:bodyPr/>
          <a:lstStyle/>
          <a:p>
            <a:pPr algn="ctr"/>
            <a:r>
              <a:rPr lang="pt-BR" dirty="0"/>
              <a:t>Relacionamento das bibliotecas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CB0BCC2-CEA2-61F0-0990-C4FB78053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87" y="3001177"/>
            <a:ext cx="4162425" cy="34480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1DFB2B8-9996-49EC-2A65-B9C4C5E8040A}"/>
              </a:ext>
            </a:extLst>
          </p:cNvPr>
          <p:cNvSpPr txBox="1"/>
          <p:nvPr/>
        </p:nvSpPr>
        <p:spPr>
          <a:xfrm>
            <a:off x="927099" y="2472730"/>
            <a:ext cx="353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Comandos Executados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0589BC0-EE06-C30C-232A-E1D4F5DAC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526" y="3040062"/>
            <a:ext cx="5270911" cy="359727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C961EC6-19EC-8217-239C-FD7054E328AC}"/>
              </a:ext>
            </a:extLst>
          </p:cNvPr>
          <p:cNvSpPr txBox="1"/>
          <p:nvPr/>
        </p:nvSpPr>
        <p:spPr>
          <a:xfrm>
            <a:off x="6650037" y="2503964"/>
            <a:ext cx="523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Relacionamento entre Sistemas e Classes</a:t>
            </a:r>
          </a:p>
        </p:txBody>
      </p:sp>
    </p:spTree>
    <p:extLst>
      <p:ext uri="{BB962C8B-B14F-4D97-AF65-F5344CB8AC3E}">
        <p14:creationId xmlns:p14="http://schemas.microsoft.com/office/powerpoint/2010/main" val="302819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theme/theme1.xml><?xml version="1.0" encoding="utf-8"?>
<a:theme xmlns:a="http://schemas.openxmlformats.org/drawingml/2006/main" name="Trilha de Vapor">
  <a:themeElements>
    <a:clrScheme name="Trilha de Vapor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Trilha de Vapor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ilha de Vapor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TM04033937[[fn=Trilha de Vapor]]</Template>
  <TotalTime>34</TotalTime>
  <Words>57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Trilha de Vapor</vt:lpstr>
      <vt:lpstr>Engenharia de Software</vt:lpstr>
      <vt:lpstr>Diagrama de classe</vt:lpstr>
      <vt:lpstr>Apresentação do PowerPoint</vt:lpstr>
      <vt:lpstr>Diagrama de componentes</vt:lpstr>
      <vt:lpstr>Apresentação do PowerPoint</vt:lpstr>
      <vt:lpstr>Relacionamento das bibliotecas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Engenharia de Software</dc:title>
  <dc:creator>victor ranalli</dc:creator>
  <cp:lastModifiedBy>victor ranalli</cp:lastModifiedBy>
  <cp:revision>1</cp:revision>
  <dcterms:created xsi:type="dcterms:W3CDTF">2022-06-20T11:43:10Z</dcterms:created>
  <dcterms:modified xsi:type="dcterms:W3CDTF">2022-06-20T12:18:01Z</dcterms:modified>
</cp:coreProperties>
</file>